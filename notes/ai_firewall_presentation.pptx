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A6E3A1"/>
                </a:solidFill>
                <a:latin typeface="Arial"/>
              </a:defRPr>
            </a:pPr>
            <a:r>
              <a:t>AI-FIREWALL</a:t>
            </a:r>
          </a:p>
          <a:p>
            <a:pPr algn="ctr">
              <a:defRPr sz="2400">
                <a:solidFill>
                  <a:srgbClr val="89B4FA"/>
                </a:solidFill>
                <a:latin typeface="Arial"/>
              </a:defRPr>
            </a:pPr>
            <a:r>
              <a:t>High-Performance, Self-Healing Network Security with Rust &amp; eBPF</a:t>
            </a:r>
          </a:p>
          <a:p>
            <a:br/>
            <a:pPr algn="ctr">
              <a:defRPr sz="1800">
                <a:solidFill>
                  <a:srgbClr val="CDD6F4"/>
                </a:solidFill>
                <a:latin typeface="Arial"/>
              </a:defRPr>
            </a:pPr>
            <a:r>
              <a:t>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6E3A1"/>
                </a:solidFill>
                <a:latin typeface="Arial"/>
              </a:defRPr>
            </a:pPr>
            <a:r>
              <a:t>Why eBPF and Rust?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Traditional userspace firewalls require costly packet copies from kernel to userspace.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Traffic floods (DDoS) easily cause CPU starvation and high network latency.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eBPF runs sandboxed code directly inside the Linux kernel at near-hardware speeds.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Rust enforces memory safety in kernel-space (#![no_std]) and offers Tokio for userspace.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6E3A1"/>
                </a:solidFill>
                <a:latin typeface="Arial"/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ai-firewall-common: Shared telemetry structure definitions (e.g. PacketEvent).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ai-firewall-ebpf: The kernel-space code (no standard library, purely packet interception).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ai-firewall: The userspace controller (loads bytecode, manages maps, runs unblock scheduler).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Shared Maps: Enables bi-directional communication between kernel and userspace.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6E3A1"/>
                </a:solidFill>
                <a:latin typeface="Arial"/>
              </a:defRPr>
            </a:pPr>
            <a:r>
              <a:t>Safe Kernel Packet Interception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XDP Hook intercepts packets directly at the network card driver level.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eBPF provides raw memory pointers: ctx.data() and ctx.data_end().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The Linux Kernel Verifier guarantees that memory access is safe and bounds-checked.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Network-types crate parses Ethernet &amp; IPv4 headers cleanly without hand-written shifting.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6E3A1"/>
                </a:solidFill>
                <a:latin typeface="Arial"/>
              </a:defRPr>
            </a:pPr>
            <a:r>
              <a:t>Shared State via eBPF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BLOCKLIST (HashMap): Key is source IP, value is status. Matches are dropped instantly.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EVENTS (RingBuf): A 16MB lockless queue to stream telemetry to userspace.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Zero-Copy Telemetry: Structured binary streaming avoids string-formatting overhead.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XDP_DROP action drops malicious packets before OS network stack allocation.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6E3A1"/>
                </a:solidFill>
                <a:latin typeface="Arial"/>
              </a:defRPr>
            </a:pPr>
            <a:r>
              <a:t>Self-Healing: Auto-Blocking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Userspace daemon reads telemetry events asynchronously from the Ring Buffer.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Maintains a real-time counter of packet frequencies per source IP address.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Auto-Block Rule: If an IP exceeds 100 packets, it is dynamically written into the BLOCKLIST.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Subsequent packets from the offending IP are dropped immediately in kernel-space.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6E3A1"/>
                </a:solidFill>
                <a:latin typeface="Arial"/>
              </a:defRPr>
            </a:pPr>
            <a:r>
              <a:t>The TTL Sweeper (Self-Healing)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Blocked IPs must not remain blocked forever (prevents accidental permanent lockouts).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Userspace keeps an internal tracker mapping IP to the time of block (Instant).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A background TTL cleaner thread sweeps the blocked IPs every 5 seconds.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Expired IPs (&gt; 60 seconds) are automatically deleted from the eBPF BLOCKLIST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A6E3A1"/>
                </a:solidFill>
                <a:latin typeface="Arial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Microsecond Latency: Packet dropping happens before the kernel handles packet memory.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Zero CPU Starvation: Protects host applications during volumetric network attacks.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Next Steps: Support IPv6, parse ICMP headers, and add Deep Packet Inspection.</a:t>
            </a:r>
          </a:p>
          <a:p>
            <a:pPr>
              <a:spcAft>
                <a:spcPts val="2000"/>
              </a:spcAft>
              <a:defRPr sz="2200">
                <a:solidFill>
                  <a:srgbClr val="CDD6F4"/>
                </a:solidFill>
                <a:latin typeface="Arial"/>
              </a:defRPr>
            </a:pPr>
            <a:r>
              <a:t>• AI Rule Engine: Use lightweight ML models in userspace to adapt threshold dynamically.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